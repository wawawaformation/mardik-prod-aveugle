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2F5597"/>
                </a:solidFill>
              </a:rPr>
              <a:t>Note de diagnostic — Application Mardik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66666"/>
                </a:solidFill>
              </a:rPr>
              <a:t>Travail préliminaire de conception  ·  présentation 10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i="1">
                <a:solidFill>
                  <a:srgbClr val="333333"/>
                </a:solidFill>
              </a:rPr>
              <a:t>« L'application qui ment sur sa santé 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666666"/>
                </a:solidFill>
              </a:rPr>
              <a:t>David et Sofiane   ·   10 septembre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F5597"/>
                </a:solidFill>
              </a:rPr>
              <a:t>Q1 — Test d'intégration vs unitaire, et observer une application IA</a:t>
            </a:r>
            <a:r>
              <a:rPr sz="1400">
                <a:solidFill>
                  <a:srgbClr val="666666"/>
                </a:solidFill>
              </a:rPr>
              <a:t>   ·   2 min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41248"/>
            <a:ext cx="45720" cy="384048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1109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666666"/>
                </a:solidFill>
              </a:rPr>
              <a:t>Qu'est-ce qu'un test d'intégration pour un agent (vs unitaire), et que veut dire observer une application IA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33333"/>
                </a:solidFill>
              </a:rPr>
              <a:t>Un test unitaire ne voit qu'une brique ; un test d'intégration rejoue une session réelle. Observer, c'est reconstituer </a:t>
            </a:r>
            <a:r>
              <a:rPr i="1" sz="1500">
                <a:solidFill>
                  <a:srgbClr val="333333"/>
                </a:solidFill>
              </a:rPr>
              <a:t>comment</a:t>
            </a:r>
            <a:r>
              <a:rPr sz="1500">
                <a:solidFill>
                  <a:srgbClr val="333333"/>
                </a:solidFill>
              </a:rPr>
              <a:t> une réponse a été produite, pas seulement </a:t>
            </a:r>
            <a:r>
              <a:rPr i="1" sz="1500">
                <a:solidFill>
                  <a:srgbClr val="333333"/>
                </a:solidFill>
              </a:rPr>
              <a:t>si</a:t>
            </a:r>
            <a:r>
              <a:rPr sz="1500">
                <a:solidFill>
                  <a:srgbClr val="333333"/>
                </a:solidFill>
              </a:rPr>
              <a:t> le serveur a répondu.</a:t>
            </a:r>
          </a:p>
        </p:txBody>
      </p:sp>
      <p:pic>
        <p:nvPicPr>
          <p:cNvPr id="6" name="Picture 5" descr="q1a_perimetre_tests_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13499"/>
            <a:ext cx="5614416" cy="3402599"/>
          </a:xfrm>
          <a:prstGeom prst="rect">
            <a:avLst/>
          </a:prstGeom>
        </p:spPr>
      </p:pic>
      <p:pic>
        <p:nvPicPr>
          <p:cNvPr id="7" name="Picture 6" descr="q1b_observer_application_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76" y="2185476"/>
            <a:ext cx="5614416" cy="38586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66666"/>
                </a:solidFill>
              </a:rPr>
              <a:t>Note de diagnostic — Application Mardik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F5597"/>
                </a:solidFill>
              </a:rPr>
              <a:t>Q2 — Les métriques qui révèlent la santé d'une application IA</a:t>
            </a:r>
            <a:r>
              <a:rPr sz="1400">
                <a:solidFill>
                  <a:srgbClr val="666666"/>
                </a:solidFill>
              </a:rPr>
              <a:t>   ·   2 min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41248"/>
            <a:ext cx="45720" cy="384048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1109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666666"/>
                </a:solidFill>
              </a:rPr>
              <a:t>Quelles métriques révèlent la santé d'une application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33333"/>
                </a:solidFill>
              </a:rPr>
              <a:t>Un appel au modèle qui répond HTTP 200 prouve que l'inférence a abouti — pas que la génération est bonne. Les 4 signaux d'or classiques ne couvrent qu'un quart du problème.</a:t>
            </a:r>
          </a:p>
        </p:txBody>
      </p:sp>
      <p:pic>
        <p:nvPicPr>
          <p:cNvPr id="6" name="Picture 5" descr="q2_metriques_s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5691" y="1874519"/>
            <a:ext cx="6737569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66666"/>
                </a:solidFill>
              </a:rPr>
              <a:t>Note de diagnostic — Application Mardik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F5597"/>
                </a:solidFill>
              </a:rPr>
              <a:t>Q3 — Les points à instrumenter pour rendre une trace exploitable</a:t>
            </a:r>
            <a:r>
              <a:rPr sz="1400">
                <a:solidFill>
                  <a:srgbClr val="666666"/>
                </a:solidFill>
              </a:rPr>
              <a:t>   ·   2 min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41248"/>
            <a:ext cx="45720" cy="384048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1109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666666"/>
                </a:solidFill>
              </a:rPr>
              <a:t>Quels points instrumenter pour rendre une trace exploitable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33333"/>
                </a:solidFill>
              </a:rPr>
              <a:t>Une requête utilisateur doit produire une trace unique et connexe, du client jusqu'au dernier appel externe. Sans propagation du contexte de trace, l'arbre se fragmente et perd toute valeur diagnostique.</a:t>
            </a:r>
          </a:p>
        </p:txBody>
      </p:sp>
      <p:pic>
        <p:nvPicPr>
          <p:cNvPr id="6" name="Picture 5" descr="q3_points_instrum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027" y="1874519"/>
            <a:ext cx="6260896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66666"/>
                </a:solidFill>
              </a:rPr>
              <a:t>Note de diagnostic — Application Mardik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F5597"/>
                </a:solidFill>
              </a:rPr>
              <a:t>Q4 — Relier un test d'intégration échoué à sa cause via les traces</a:t>
            </a:r>
            <a:r>
              <a:rPr sz="1400">
                <a:solidFill>
                  <a:srgbClr val="666666"/>
                </a:solidFill>
              </a:rPr>
              <a:t>   ·   2 min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41248"/>
            <a:ext cx="45720" cy="384048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1109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666666"/>
                </a:solidFill>
              </a:rPr>
              <a:t>Comment relier un test d'intégration échoué à une cause via les traces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33333"/>
                </a:solidFill>
              </a:rPr>
              <a:t>Un « assertion failed » ne fait pas progresser le diagnostic. Le lanceur de tests doit journaliser le </a:t>
            </a:r>
            <a:r>
              <a:rPr sz="1500">
                <a:solidFill>
                  <a:srgbClr val="2F5597"/>
                </a:solidFill>
                <a:latin typeface="Consolas"/>
              </a:rPr>
              <a:t>trace_id</a:t>
            </a:r>
            <a:r>
              <a:rPr sz="1500">
                <a:solidFill>
                  <a:srgbClr val="333333"/>
                </a:solidFill>
              </a:rPr>
              <a:t> de chaque requête — c'est la précondition de tout le reste.</a:t>
            </a:r>
          </a:p>
        </p:txBody>
      </p:sp>
      <p:pic>
        <p:nvPicPr>
          <p:cNvPr id="6" name="Picture 5" descr="q4_test_echoue_vers_ca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5427" y="1874519"/>
            <a:ext cx="3058096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66666"/>
                </a:solidFill>
              </a:rPr>
              <a:t>Note de diagnostic — Application Mardik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F5597"/>
                </a:solidFill>
              </a:rPr>
              <a:t>Synthèse — Schéma d'observabilité de l'application Mardik</a:t>
            </a:r>
            <a:r>
              <a:rPr sz="1400">
                <a:solidFill>
                  <a:srgbClr val="666666"/>
                </a:solidFill>
              </a:rPr>
              <a:t>   ·   1 min 30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41248"/>
            <a:ext cx="45720" cy="384048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1109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666666"/>
                </a:solidFill>
              </a:rPr>
              <a:t>Livrable de conception : note de diagnostic + schéma d'observabilité (points de trace + métriques).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33333"/>
                </a:solidFill>
              </a:rPr>
              <a:t>Ce schéma est la synthèse des quatre réponses précédentes : il assemble sur un seul flux ce que Q3 dit d'instrumenter, ce que Q2 dit de mesurer, et la boucle que Q4 dit de fermer.</a:t>
            </a:r>
          </a:p>
        </p:txBody>
      </p:sp>
      <p:pic>
        <p:nvPicPr>
          <p:cNvPr id="6" name="Picture 5" descr="schema_observabilite_mardi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4469" y="1874519"/>
            <a:ext cx="4980013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66666"/>
                </a:solidFill>
              </a:rPr>
              <a:t>Note de diagnostic — Application Mardik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